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11518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리더십 영향력 진단" id="{36EF8F81-4E80-4DF0-895E-8453566FB0F8}">
          <p14:sldIdLst>
            <p14:sldId id="11518"/>
          </p14:sldIdLst>
        </p14:section>
      </p14:sectionLst>
    </p:ext>
    <p:ext uri="{EFAFB233-063F-42B5-8137-9DF3F51BA10A}">
      <p15:sldGuideLst xmlns:p15="http://schemas.microsoft.com/office/powerpoint/2012/main">
        <p15:guide id="3" pos="257" userDrawn="1">
          <p15:clr>
            <a:srgbClr val="A4A3A4"/>
          </p15:clr>
        </p15:guide>
        <p15:guide id="4" orient="horz" pos="2228" userDrawn="1">
          <p15:clr>
            <a:srgbClr val="A4A3A4"/>
          </p15:clr>
        </p15:guide>
        <p15:guide id="8" pos="7423" userDrawn="1">
          <p15:clr>
            <a:srgbClr val="A4A3A4"/>
          </p15:clr>
        </p15:guide>
        <p15:guide id="9" orient="horz" pos="4020" userDrawn="1">
          <p15:clr>
            <a:srgbClr val="A4A3A4"/>
          </p15:clr>
        </p15:guide>
        <p15:guide id="10" orient="horz" pos="958" userDrawn="1">
          <p15:clr>
            <a:srgbClr val="A4A3A4"/>
          </p15:clr>
        </p15:guide>
        <p15:guide id="11" orient="horz" pos="2432" userDrawn="1">
          <p15:clr>
            <a:srgbClr val="A4A3A4"/>
          </p15:clr>
        </p15:guide>
        <p15:guide id="12" pos="6312" userDrawn="1">
          <p15:clr>
            <a:srgbClr val="A4A3A4"/>
          </p15:clr>
        </p15:guide>
        <p15:guide id="13" pos="13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0B1"/>
    <a:srgbClr val="A6A6A6"/>
    <a:srgbClr val="CB3D6C"/>
    <a:srgbClr val="CF5959"/>
    <a:srgbClr val="666666"/>
    <a:srgbClr val="C00000"/>
    <a:srgbClr val="E4EDF5"/>
    <a:srgbClr val="FFFFFF"/>
    <a:srgbClr val="860C2F"/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36" autoAdjust="0"/>
    <p:restoredTop sz="96196" autoAdjust="0"/>
  </p:normalViewPr>
  <p:slideViewPr>
    <p:cSldViewPr snapToGrid="0">
      <p:cViewPr varScale="1">
        <p:scale>
          <a:sx n="100" d="100"/>
          <a:sy n="100" d="100"/>
        </p:scale>
        <p:origin x="678" y="78"/>
      </p:cViewPr>
      <p:guideLst>
        <p:guide pos="257"/>
        <p:guide orient="horz" pos="2228"/>
        <p:guide pos="7423"/>
        <p:guide orient="horz" pos="4020"/>
        <p:guide orient="horz" pos="958"/>
        <p:guide orient="horz" pos="2432"/>
        <p:guide pos="6312"/>
        <p:guide pos="13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436C9-A2EA-456D-A843-0E5112E88CE3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6808D-E8E3-48AE-8E75-45631061C6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364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4E3D3-B515-4C81-B19B-1140EF513BE4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6D3BEB-E339-48BE-BE50-66C56DCE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8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12293601" y="1303397"/>
            <a:ext cx="330201" cy="193947"/>
          </a:xfrm>
          <a:prstGeom prst="rect">
            <a:avLst/>
          </a:prstGeom>
          <a:solidFill>
            <a:srgbClr val="CF595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" name="직사각형 9"/>
          <p:cNvSpPr/>
          <p:nvPr userDrawn="1"/>
        </p:nvSpPr>
        <p:spPr>
          <a:xfrm>
            <a:off x="12293601" y="1497344"/>
            <a:ext cx="330201" cy="193947"/>
          </a:xfrm>
          <a:prstGeom prst="rect">
            <a:avLst/>
          </a:prstGeom>
          <a:solidFill>
            <a:srgbClr val="D48A4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1" name="직사각형 10"/>
          <p:cNvSpPr/>
          <p:nvPr userDrawn="1"/>
        </p:nvSpPr>
        <p:spPr>
          <a:xfrm>
            <a:off x="12293601" y="1691284"/>
            <a:ext cx="330201" cy="193947"/>
          </a:xfrm>
          <a:prstGeom prst="rect">
            <a:avLst/>
          </a:prstGeom>
          <a:solidFill>
            <a:srgbClr val="75BD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2" name="직사각형 11"/>
          <p:cNvSpPr/>
          <p:nvPr userDrawn="1"/>
        </p:nvSpPr>
        <p:spPr>
          <a:xfrm>
            <a:off x="12293601" y="1885229"/>
            <a:ext cx="330201" cy="193947"/>
          </a:xfrm>
          <a:prstGeom prst="rect">
            <a:avLst/>
          </a:prstGeom>
          <a:solidFill>
            <a:srgbClr val="7AA7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3" name="직사각형 12"/>
          <p:cNvSpPr/>
          <p:nvPr userDrawn="1"/>
        </p:nvSpPr>
        <p:spPr>
          <a:xfrm>
            <a:off x="12293601" y="2079185"/>
            <a:ext cx="330201" cy="193947"/>
          </a:xfrm>
          <a:prstGeom prst="rect">
            <a:avLst/>
          </a:prstGeom>
          <a:solidFill>
            <a:srgbClr val="BC7E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4" name="직사각형 13"/>
          <p:cNvSpPr/>
          <p:nvPr userDrawn="1"/>
        </p:nvSpPr>
        <p:spPr>
          <a:xfrm>
            <a:off x="12293601" y="2273132"/>
            <a:ext cx="330201" cy="193947"/>
          </a:xfrm>
          <a:prstGeom prst="rect">
            <a:avLst/>
          </a:prstGeom>
          <a:solidFill>
            <a:srgbClr val="B08C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5" name="직사각형 14"/>
          <p:cNvSpPr/>
          <p:nvPr userDrawn="1"/>
        </p:nvSpPr>
        <p:spPr>
          <a:xfrm>
            <a:off x="12293601" y="2467079"/>
            <a:ext cx="330201" cy="193947"/>
          </a:xfrm>
          <a:prstGeom prst="rect">
            <a:avLst/>
          </a:prstGeom>
          <a:solidFill>
            <a:srgbClr val="BCBC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8" name="직사각형 7"/>
          <p:cNvSpPr/>
          <p:nvPr userDrawn="1"/>
        </p:nvSpPr>
        <p:spPr>
          <a:xfrm>
            <a:off x="12293601" y="0"/>
            <a:ext cx="330201" cy="360000"/>
          </a:xfrm>
          <a:prstGeom prst="rect">
            <a:avLst/>
          </a:prstGeom>
          <a:solidFill>
            <a:srgbClr val="EF1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7" name="직사각형 16"/>
          <p:cNvSpPr/>
          <p:nvPr userDrawn="1"/>
        </p:nvSpPr>
        <p:spPr>
          <a:xfrm>
            <a:off x="12293601" y="412413"/>
            <a:ext cx="330201" cy="360000"/>
          </a:xfrm>
          <a:prstGeom prst="rect">
            <a:avLst/>
          </a:prstGeom>
          <a:solidFill>
            <a:srgbClr val="3840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8" name="직사각형 17"/>
          <p:cNvSpPr/>
          <p:nvPr userDrawn="1"/>
        </p:nvSpPr>
        <p:spPr>
          <a:xfrm>
            <a:off x="12293601" y="857900"/>
            <a:ext cx="330201" cy="360000"/>
          </a:xfrm>
          <a:prstGeom prst="rect">
            <a:avLst/>
          </a:prstGeom>
          <a:solidFill>
            <a:srgbClr val="EBEBE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</p:spTree>
    <p:extLst>
      <p:ext uri="{BB962C8B-B14F-4D97-AF65-F5344CB8AC3E}">
        <p14:creationId xmlns:p14="http://schemas.microsoft.com/office/powerpoint/2010/main" val="1343910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742987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j-cs"/>
        </a:defRPr>
      </a:lvl1pPr>
    </p:titleStyle>
    <p:bodyStyle>
      <a:lvl1pPr marL="185746" indent="-185746" algn="l" defTabSz="742987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55724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928734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300228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1671722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043215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709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20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696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9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87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81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7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468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962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455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949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81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38FD0-6FAE-0E8E-0614-765E68C4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80343202-13D2-BCC8-CB43-EC3B8A252399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24156D0-D419-CC52-6F5A-6AA796C304D9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59D821-7B78-FA45-3915-0C407D2A2425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CLiCK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IAM MICRO _ Competency Analysis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_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</a:t>
            </a:r>
            <a:endParaRPr lang="ko-KR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pic>
        <p:nvPicPr>
          <p:cNvPr id="11" name="circle1">
            <a:extLst>
              <a:ext uri="{FF2B5EF4-FFF2-40B4-BE49-F238E27FC236}">
                <a16:creationId xmlns:a16="http://schemas.microsoft.com/office/drawing/2014/main" id="{78BD61EB-1D6B-EF6F-3261-F263E6F3C4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strategy">
            <a:extLst>
              <a:ext uri="{FF2B5EF4-FFF2-40B4-BE49-F238E27FC236}">
                <a16:creationId xmlns:a16="http://schemas.microsoft.com/office/drawing/2014/main" id="{E3FBC192-41E3-EE9C-5C68-F9F04489C9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5647868"/>
              </p:ext>
            </p:extLst>
          </p:nvPr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01A91-6977-7F37-CDED-A2F529CBE69D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A5198007-C77A-BF58-C790-A9948191397E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DD084C-77AE-66C8-8209-19A192CFE15D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49CAB3-CB25-C169-7E96-1C265791EA08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B088466-D7BD-DE1C-3085-796A364D2DE3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387C896-E70F-95F1-2805-DCE63AFBF230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8E00689-EAD5-4DC3-1E1E-286D0DEBE48A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FB11729-C966-CE00-D6DA-9498794C3ED0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2AEF78D-84F2-8ADD-0675-73F054E52780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phase">
            <a:extLst>
              <a:ext uri="{FF2B5EF4-FFF2-40B4-BE49-F238E27FC236}">
                <a16:creationId xmlns:a16="http://schemas.microsoft.com/office/drawing/2014/main" id="{47E6EE2A-CF16-2F0E-4C46-1E0771EAF0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8405179"/>
              </p:ext>
            </p:extLst>
          </p:nvPr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DE183647-22AA-8541-A121-4BE048DAF43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2D291F2A-0334-B8AD-4C34-E9777ACBBFC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3FB0037-B5C4-44C8-083F-D2619B89D426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664E7D-D097-A107-B5A2-68D60C9810B4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77DBAD45-D411-0847-E9A4-B03255C4962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6" name="text_NAME">
            <a:extLst>
              <a:ext uri="{FF2B5EF4-FFF2-40B4-BE49-F238E27FC236}">
                <a16:creationId xmlns:a16="http://schemas.microsoft.com/office/drawing/2014/main" id="{E82D058E-0ADC-B70F-0284-8516039C3CA1}"/>
              </a:ext>
            </a:extLst>
          </p:cNvPr>
          <p:cNvSpPr txBox="1"/>
          <p:nvPr/>
        </p:nvSpPr>
        <p:spPr>
          <a:xfrm>
            <a:off x="7189764" y="510306"/>
            <a:ext cx="1134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{{NAME}}</a:t>
            </a:r>
            <a:endParaRPr lang="ko-KR" altLang="en-US" dirty="0"/>
          </a:p>
        </p:txBody>
      </p:sp>
      <p:graphicFrame>
        <p:nvGraphicFramePr>
          <p:cNvPr id="8" name="table_phase">
            <a:extLst>
              <a:ext uri="{FF2B5EF4-FFF2-40B4-BE49-F238E27FC236}">
                <a16:creationId xmlns:a16="http://schemas.microsoft.com/office/drawing/2014/main" id="{768C5888-6553-397F-B3D3-2381CFC92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583627"/>
              </p:ext>
            </p:extLst>
          </p:nvPr>
        </p:nvGraphicFramePr>
        <p:xfrm>
          <a:off x="-2057475" y="1108128"/>
          <a:ext cx="1982269" cy="11268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8363">
                  <a:extLst>
                    <a:ext uri="{9D8B030D-6E8A-4147-A177-3AD203B41FA5}">
                      <a16:colId xmlns:a16="http://schemas.microsoft.com/office/drawing/2014/main" val="279838531"/>
                    </a:ext>
                  </a:extLst>
                </a:gridCol>
                <a:gridCol w="813906">
                  <a:extLst>
                    <a:ext uri="{9D8B030D-6E8A-4147-A177-3AD203B41FA5}">
                      <a16:colId xmlns:a16="http://schemas.microsoft.com/office/drawing/2014/main" val="2355549984"/>
                    </a:ext>
                  </a:extLst>
                </a:gridCol>
              </a:tblGrid>
              <a:tr h="1609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항목명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평균점수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089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71554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899589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80695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43573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960184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243760"/>
                  </a:ext>
                </a:extLst>
              </a:tr>
            </a:tbl>
          </a:graphicData>
        </a:graphic>
      </p:graphicFrame>
      <p:graphicFrame>
        <p:nvGraphicFramePr>
          <p:cNvPr id="9" name="table_strategy">
            <a:extLst>
              <a:ext uri="{FF2B5EF4-FFF2-40B4-BE49-F238E27FC236}">
                <a16:creationId xmlns:a16="http://schemas.microsoft.com/office/drawing/2014/main" id="{F634C145-28E2-D88B-A178-E8D1F6E1B1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933571"/>
              </p:ext>
            </p:extLst>
          </p:nvPr>
        </p:nvGraphicFramePr>
        <p:xfrm>
          <a:off x="-2057476" y="4665754"/>
          <a:ext cx="1982269" cy="17707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8363">
                  <a:extLst>
                    <a:ext uri="{9D8B030D-6E8A-4147-A177-3AD203B41FA5}">
                      <a16:colId xmlns:a16="http://schemas.microsoft.com/office/drawing/2014/main" val="279838531"/>
                    </a:ext>
                  </a:extLst>
                </a:gridCol>
                <a:gridCol w="813906">
                  <a:extLst>
                    <a:ext uri="{9D8B030D-6E8A-4147-A177-3AD203B41FA5}">
                      <a16:colId xmlns:a16="http://schemas.microsoft.com/office/drawing/2014/main" val="2355549984"/>
                    </a:ext>
                  </a:extLst>
                </a:gridCol>
              </a:tblGrid>
              <a:tr h="1609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항목명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평균점수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089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71554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899589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80695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43573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960184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4187918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797788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534886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652550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243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818533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CLiCK 표준제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04040"/>
      </a:accent1>
      <a:accent2>
        <a:srgbClr val="CF5959"/>
      </a:accent2>
      <a:accent3>
        <a:srgbClr val="D48A4C"/>
      </a:accent3>
      <a:accent4>
        <a:srgbClr val="5E986D"/>
      </a:accent4>
      <a:accent5>
        <a:srgbClr val="7AA7CC"/>
      </a:accent5>
      <a:accent6>
        <a:srgbClr val="BC7EBC"/>
      </a:accent6>
      <a:hlink>
        <a:srgbClr val="0563C1"/>
      </a:hlink>
      <a:folHlink>
        <a:srgbClr val="954F72"/>
      </a:folHlink>
    </a:clrScheme>
    <a:fontScheme name="기본">
      <a:majorFont>
        <a:latin typeface="KoPub돋움체 Bold"/>
        <a:ea typeface="KoPub돋움체 Bold"/>
        <a:cs typeface=""/>
      </a:majorFont>
      <a:minorFont>
        <a:latin typeface="KoPub돋움체 Medium"/>
        <a:ea typeface="KoPub돋움체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2C65D8E-933D-4F2F-8063-5E9997022CCD}">
  <we:reference id="wa104380907" version="1.0.0.0" store="ko-KR" storeType="OMEX"/>
  <we:alternateReferences>
    <we:reference id="wa104380907" version="1.0.0.0" store="WA10438090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5659</TotalTime>
  <Words>42</Words>
  <Application>Microsoft Office PowerPoint</Application>
  <PresentationFormat>와이드스크린</PresentationFormat>
  <Paragraphs>11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Arial</vt:lpstr>
      <vt:lpstr>KoPub돋움체 Medium</vt:lpstr>
      <vt:lpstr>Pretendard</vt:lpstr>
      <vt:lpstr>맑은 고딕</vt:lpstr>
      <vt:lpstr>1_Office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민정</dc:creator>
  <cp:lastModifiedBy>클릭 3</cp:lastModifiedBy>
  <cp:revision>535</cp:revision>
  <cp:lastPrinted>2020-10-05T07:56:35Z</cp:lastPrinted>
  <dcterms:created xsi:type="dcterms:W3CDTF">2020-04-16T02:29:07Z</dcterms:created>
  <dcterms:modified xsi:type="dcterms:W3CDTF">2026-03-18T07:31:46Z</dcterms:modified>
</cp:coreProperties>
</file>